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8" r:id="rId3"/>
    <p:sldId id="281" r:id="rId4"/>
    <p:sldId id="290" r:id="rId5"/>
    <p:sldId id="293" r:id="rId6"/>
    <p:sldId id="299" r:id="rId7"/>
    <p:sldId id="296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7CE727-C45C-A6F5-9EE5-AF363B2ADA27}"/>
              </a:ext>
            </a:extLst>
          </p:cNvPr>
          <p:cNvSpPr txBox="1"/>
          <p:nvPr/>
        </p:nvSpPr>
        <p:spPr>
          <a:xfrm>
            <a:off x="602343" y="1714078"/>
            <a:ext cx="10397765" cy="4073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lang="en-US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portal.</a:t>
            </a:r>
            <a:endParaRPr lang="en-US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lang="en-US"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1415369" y="-365784"/>
            <a:ext cx="8534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 txBox="1"/>
          <p:nvPr/>
        </p:nvSpPr>
        <p:spPr>
          <a:xfrm>
            <a:off x="397274" y="1203454"/>
            <a:ext cx="5924550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- Ques 1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Eco-Loop Building Agents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Name- Ridanshi Agarwal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ID- 23BCI0026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EcoJudge - Adversarial Setpoint Court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200" b="1" u="sng" dirty="0"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Two adversarial LLM agents (Energy Advocate, Comfort Advocate) debate HVAC setpoints every control step; a deterministic judge decides using EnergyPlus-measured comfort (PMV), not a vote or an LLM guess.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Static rule-based BMS schedules cannot adapt to real-time conditions. This closed loop continuously re-simulates the building and adjusts setpoints using live measured feedback from EnergyPlus.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Combines adversarial multi-agent arbitration, an LLM self-repair loop for failed patches, and a precedent cache that cut repeat LLM calls by 70 percent in testing - all grounded in real physics simulation, not just LLM guesses.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EnergyPlus 23.2 (physics simulation), eppy (building model editing), Python, open-source Llama 3.3 70B via Groq API, MCP tool server, pytest (27 automated tests).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EnergyPlus measures zone temperature, humidity, energy use and PMV. Energy and Comfort agents each propose setpoints. A deterministic judge picks the winner using measured PMV. Winning setpoints are patched into EnergyPlus and it re-simulates. A self-repair loop retries automatically if a patch causes a simulation error.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Fully working prototype: 27 of 27 automated tests passing, verified end-to-end on two independent machines, with a real 3-day EnergyPlus run producing measured results (10.1 percent energy reduction vs baseline).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LLM API latency and cost; dependency on a local EnergyPlus install; risk of simulation errors from bad setpoints.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Precedent cache cuts repeat LLM calls by 70 percent; self-correction loop auto-repairs failed patches using LLM feedback; the deterministic judge clamps all setpoints to safe physical ranges.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/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ARTIFACTS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533653"/>
            <a:ext cx="93853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Relevant artifacts, such as 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Full source code: github.com/Ridanshi/EcoJudge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Demo video and full agent-debate transcript included in the repository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/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Dashboard: measured energy and comfort, baseline vs closed-loop (see results/dashboard.png)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EnergyPlus and eppy documentation; ISO 7730 PMV thermal comfort standard; Model Context Protocol (MCP) specification. Repository: github.com/Ridanshi/EcoJudge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7668</TotalTime>
  <Words>320</Words>
  <Application>Microsoft Office PowerPoint</Application>
  <PresentationFormat>Widescreen</PresentationFormat>
  <Paragraphs>60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PowerPoint Presentation</vt:lpstr>
      <vt:lpstr> IDEA TITLE</vt:lpstr>
      <vt:lpstr>TECHNICAL APPROACH</vt:lpstr>
      <vt:lpstr>FEASIBILITY AND VIABILITY</vt:lpstr>
      <vt:lpstr>ARTIFACTS</vt:lpstr>
      <vt:lpstr>RESEARCH  AND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cp:keywords/>
  <dc:description/>
  <cp:lastModifiedBy>Ramesh MV (HirePro)</cp:lastModifiedBy>
  <cp:revision>153</cp:revision>
  <dcterms:created xsi:type="dcterms:W3CDTF">2013-12-12T18:46:50Z</dcterms:created>
  <dcterms:modified xsi:type="dcterms:W3CDTF">2026-07-24T16:33:04Z</dcterms:modified>
  <cp:category/>
</cp:coreProperties>
</file>